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20" d="100"/>
          <a:sy n="120" d="100"/>
        </p:scale>
        <p:origin x="2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150501" y="4256610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Dr.</a:t>
            </a:r>
            <a:r>
              <a:rPr lang="en-IN" dirty="0"/>
              <a:t> Sundharakumar KB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 Chennai</a:t>
            </a:r>
            <a:endParaRPr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150502" y="2825222"/>
            <a:ext cx="615252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Rajsekar Balaji		21011101095</a:t>
            </a:r>
          </a:p>
          <a:p>
            <a:pPr algn="ctr"/>
            <a:r>
              <a:rPr lang="en" sz="2200" dirty="0"/>
              <a:t>Parthiv Yagnesh		21011101085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Rohan Suresh		21011101101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700607" y="797162"/>
            <a:ext cx="11052313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rgbClr val="FFFFFF"/>
                </a:solidFill>
              </a:rPr>
              <a:t>AutoML</a:t>
            </a:r>
            <a:r>
              <a:rPr lang="en-US" sz="4000" dirty="0">
                <a:solidFill>
                  <a:srgbClr val="FFFFFF"/>
                </a:solidFill>
              </a:rPr>
              <a:t> Web Application</a:t>
            </a:r>
            <a:endParaRPr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DCA8A6-5418-F096-E80B-C939D999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+mn-lt"/>
              </a:rPr>
              <a:t>To develop a web application that allows users to view, manipulate, and visualize their tabular datasets, and apply machine learning columns on data features to perform classification and prediction.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+mn-lt"/>
              </a:rPr>
              <a:t>The web app will also allow users to view statistical information about their datasets, make changes to their datasets, and save sessions against their login credentials.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76276-855E-DB87-00CB-674C1D1A92CC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Aim</a:t>
            </a:r>
          </a:p>
        </p:txBody>
      </p:sp>
    </p:spTree>
    <p:extLst>
      <p:ext uri="{BB962C8B-B14F-4D97-AF65-F5344CB8AC3E}">
        <p14:creationId xmlns:p14="http://schemas.microsoft.com/office/powerpoint/2010/main" val="396620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software company&#10;&#10;Description automatically generated with medium confidence">
            <a:extLst>
              <a:ext uri="{FF2B5EF4-FFF2-40B4-BE49-F238E27FC236}">
                <a16:creationId xmlns:a16="http://schemas.microsoft.com/office/drawing/2014/main" id="{51B27F15-BD3C-344A-5A46-C6E1D92CF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873758"/>
            <a:ext cx="11497586" cy="490683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698B99-8845-F487-68B8-32804A8830FA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64199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76799-854C-EF0F-CC3D-2A8296E2E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The proposed architecture is a conventional MERN stack, with an additional Python (Flask) back-end for handling analytics and ML related requests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Analytics requests will flow through the Node.js server, which will query the Python backend and respond back to the front-end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Postman for server-side testing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Database will be set up on a cloud service, such as MongoDB Cloud (MongoDB Atlas Database)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7774D-B4F7-8DA4-2CFC-37D490AB5E66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423841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FCA8E5-DBC6-34F8-7495-9F9B0B77E605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In-Progress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37A156-26AA-0325-B66C-C6CB60053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 app landing pages in development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Database collections for storing user data, saved sessions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Server-side routes for authentication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65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D17D42-B5F9-FB81-3CFD-2A84D6ADA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interface for uploading csv files and visualizing the dataset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Server endpoints for handling file storage and managing session information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Flask endpoints for handling analytics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5DEAE-6E79-B198-AE0B-7ECAFFB56C16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481919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209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SVD</dc:creator>
  <cp:lastModifiedBy>ROHAN SURESH</cp:lastModifiedBy>
  <cp:revision>12</cp:revision>
  <dcterms:created xsi:type="dcterms:W3CDTF">2021-08-26T09:04:20Z</dcterms:created>
  <dcterms:modified xsi:type="dcterms:W3CDTF">2024-09-05T16:36:56Z</dcterms:modified>
</cp:coreProperties>
</file>