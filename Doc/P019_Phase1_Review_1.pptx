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4;p13">
            <a:extLst>
              <a:ext uri="{FF2B5EF4-FFF2-40B4-BE49-F238E27FC236}">
                <a16:creationId xmlns:a16="http://schemas.microsoft.com/office/drawing/2014/main" id="{86D26913-F960-4A22-86DE-26274AE3F540}"/>
              </a:ext>
            </a:extLst>
          </p:cNvPr>
          <p:cNvSpPr/>
          <p:nvPr userDrawn="1"/>
        </p:nvSpPr>
        <p:spPr>
          <a:xfrm>
            <a:off x="357900" y="569000"/>
            <a:ext cx="11476200" cy="1368300"/>
          </a:xfrm>
          <a:prstGeom prst="roundRect">
            <a:avLst>
              <a:gd name="adj" fmla="val 9040"/>
            </a:avLst>
          </a:prstGeom>
          <a:solidFill>
            <a:srgbClr val="335295"/>
          </a:solidFill>
          <a:ln>
            <a:noFill/>
          </a:ln>
          <a:effectLst>
            <a:outerShdw blurRad="57150" dist="114300" dir="27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6;p13">
            <a:extLst>
              <a:ext uri="{FF2B5EF4-FFF2-40B4-BE49-F238E27FC236}">
                <a16:creationId xmlns:a16="http://schemas.microsoft.com/office/drawing/2014/main" id="{098C0B80-F99D-470B-9FDD-4D592A4D3B83}"/>
              </a:ext>
            </a:extLst>
          </p:cNvPr>
          <p:cNvSpPr txBox="1"/>
          <p:nvPr userDrawn="1"/>
        </p:nvSpPr>
        <p:spPr>
          <a:xfrm>
            <a:off x="492034" y="718403"/>
            <a:ext cx="11207931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</a:rPr>
              <a:t> </a:t>
            </a:r>
            <a:endParaRPr sz="2200" dirty="0">
              <a:solidFill>
                <a:srgbClr val="FFFFFF"/>
              </a:solidFill>
            </a:endParaRPr>
          </a:p>
        </p:txBody>
      </p:sp>
      <p:pic>
        <p:nvPicPr>
          <p:cNvPr id="11" name="Google Shape;55;p13">
            <a:extLst>
              <a:ext uri="{FF2B5EF4-FFF2-40B4-BE49-F238E27FC236}">
                <a16:creationId xmlns:a16="http://schemas.microsoft.com/office/drawing/2014/main" id="{873C1C94-609F-4385-B415-448B95C211F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7900" y="5905897"/>
            <a:ext cx="11476199" cy="766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871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030C6-AA40-41A1-B609-4A6625C5B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9" y="1018903"/>
            <a:ext cx="11364684" cy="467369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7" name="Google Shape;64;p14">
            <a:extLst>
              <a:ext uri="{FF2B5EF4-FFF2-40B4-BE49-F238E27FC236}">
                <a16:creationId xmlns:a16="http://schemas.microsoft.com/office/drawing/2014/main" id="{4364185B-C74A-41B8-A4AD-5ECB797475E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389" y="5734595"/>
            <a:ext cx="11364685" cy="8436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3;p14">
            <a:extLst>
              <a:ext uri="{FF2B5EF4-FFF2-40B4-BE49-F238E27FC236}">
                <a16:creationId xmlns:a16="http://schemas.microsoft.com/office/drawing/2014/main" id="{6FF94A92-8A89-4AFB-8DCD-9C8B9FEDD4FB}"/>
              </a:ext>
            </a:extLst>
          </p:cNvPr>
          <p:cNvSpPr/>
          <p:nvPr userDrawn="1"/>
        </p:nvSpPr>
        <p:spPr>
          <a:xfrm>
            <a:off x="74" y="-28226"/>
            <a:ext cx="12191925" cy="800215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638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53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;p13">
            <a:extLst>
              <a:ext uri="{FF2B5EF4-FFF2-40B4-BE49-F238E27FC236}">
                <a16:creationId xmlns:a16="http://schemas.microsoft.com/office/drawing/2014/main" id="{BAA2AA5E-7E1F-4558-9E76-71338E2106E4}"/>
              </a:ext>
            </a:extLst>
          </p:cNvPr>
          <p:cNvSpPr txBox="1"/>
          <p:nvPr/>
        </p:nvSpPr>
        <p:spPr>
          <a:xfrm>
            <a:off x="3150501" y="4256610"/>
            <a:ext cx="5917500" cy="780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err="1"/>
              <a:t>Dr.</a:t>
            </a:r>
            <a:r>
              <a:rPr lang="en-IN" dirty="0"/>
              <a:t> Sundharakumar KB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Shiv Nadar University Chennai</a:t>
            </a:r>
            <a:endParaRPr dirty="0"/>
          </a:p>
        </p:txBody>
      </p:sp>
      <p:sp>
        <p:nvSpPr>
          <p:cNvPr id="5" name="Google Shape;57;p13">
            <a:extLst>
              <a:ext uri="{FF2B5EF4-FFF2-40B4-BE49-F238E27FC236}">
                <a16:creationId xmlns:a16="http://schemas.microsoft.com/office/drawing/2014/main" id="{72AC51B1-DC0A-42EC-B5C2-9EDEB7C32AE2}"/>
              </a:ext>
            </a:extLst>
          </p:cNvPr>
          <p:cNvSpPr txBox="1"/>
          <p:nvPr/>
        </p:nvSpPr>
        <p:spPr>
          <a:xfrm>
            <a:off x="3150502" y="2825222"/>
            <a:ext cx="6152524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Rajsekar Balaji		21011101095</a:t>
            </a:r>
          </a:p>
          <a:p>
            <a:pPr algn="ctr"/>
            <a:r>
              <a:rPr lang="en" sz="2200" dirty="0"/>
              <a:t>Parthiv Yagnesh		21011101085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Rohan Suresh		21011101101</a:t>
            </a:r>
          </a:p>
        </p:txBody>
      </p:sp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BFD0314B-E7BA-4D43-8BFB-161570B9A9CF}"/>
              </a:ext>
            </a:extLst>
          </p:cNvPr>
          <p:cNvSpPr txBox="1"/>
          <p:nvPr/>
        </p:nvSpPr>
        <p:spPr>
          <a:xfrm>
            <a:off x="700607" y="797162"/>
            <a:ext cx="11052313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rgbClr val="FFFFFF"/>
                </a:solidFill>
              </a:rPr>
              <a:t>AutoML</a:t>
            </a:r>
            <a:r>
              <a:rPr lang="en-US" sz="4000" dirty="0">
                <a:solidFill>
                  <a:srgbClr val="FFFFFF"/>
                </a:solidFill>
              </a:rPr>
              <a:t> Web Application</a:t>
            </a:r>
            <a:endParaRPr sz="3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540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B27F15-BD3C-344A-5A46-C6E1D92CF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760" y="873758"/>
            <a:ext cx="11497586" cy="4906839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698B99-8845-F487-68B8-32804A8830FA}"/>
              </a:ext>
            </a:extLst>
          </p:cNvPr>
          <p:cNvSpPr txBox="1"/>
          <p:nvPr/>
        </p:nvSpPr>
        <p:spPr>
          <a:xfrm>
            <a:off x="2808136" y="87464"/>
            <a:ext cx="6575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>
                <a:solidFill>
                  <a:schemeClr val="bg1"/>
                </a:solidFill>
              </a:rPr>
              <a:t>Architecture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993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876799-854C-EF0F-CC3D-2A8296E2E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+mn-lt"/>
              </a:rPr>
              <a:t>The proposed architecture is a conventional MERN stack, with an additional Python (Flask) back-end for handling analytics and ML related requests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+mn-lt"/>
              </a:rPr>
              <a:t>Requests involving user data and database operations will flow through the Node.js server, which will query the Python backend if required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+mn-lt"/>
              </a:rPr>
              <a:t>Analytics requests flow directly b/w the front-end &amp; the Python backend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+mn-lt"/>
              </a:rPr>
              <a:t>Postman for server-side testing; MongoDB Atlas Database (Cloud) for database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7774D-B4F7-8DA4-2CFC-37D490AB5E66}"/>
              </a:ext>
            </a:extLst>
          </p:cNvPr>
          <p:cNvSpPr txBox="1"/>
          <p:nvPr/>
        </p:nvSpPr>
        <p:spPr>
          <a:xfrm>
            <a:off x="2808136" y="87464"/>
            <a:ext cx="6575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4238414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21B026-49CC-3D0D-780C-A376350A7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5250" y="1092200"/>
            <a:ext cx="8641500" cy="46736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76DA9A-4243-5894-C6E3-41CF5194E4AF}"/>
              </a:ext>
            </a:extLst>
          </p:cNvPr>
          <p:cNvSpPr txBox="1"/>
          <p:nvPr/>
        </p:nvSpPr>
        <p:spPr>
          <a:xfrm>
            <a:off x="661307" y="3371850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Schema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0136EF-60E8-89D4-FF4B-B5DC4D5CEA28}"/>
              </a:ext>
            </a:extLst>
          </p:cNvPr>
          <p:cNvSpPr txBox="1"/>
          <p:nvPr/>
        </p:nvSpPr>
        <p:spPr>
          <a:xfrm>
            <a:off x="10610248" y="3556516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Collection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9D333-3779-8217-5DCC-5FA03B924E7D}"/>
              </a:ext>
            </a:extLst>
          </p:cNvPr>
          <p:cNvSpPr txBox="1"/>
          <p:nvPr/>
        </p:nvSpPr>
        <p:spPr>
          <a:xfrm>
            <a:off x="4636978" y="73478"/>
            <a:ext cx="29180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Database Set-up</a:t>
            </a:r>
          </a:p>
        </p:txBody>
      </p:sp>
    </p:spTree>
    <p:extLst>
      <p:ext uri="{BB962C8B-B14F-4D97-AF65-F5344CB8AC3E}">
        <p14:creationId xmlns:p14="http://schemas.microsoft.com/office/powerpoint/2010/main" val="314714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876799-854C-EF0F-CC3D-2A8296E2E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9" y="1018903"/>
            <a:ext cx="11364684" cy="472059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 User Registration: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Validates user input (email, password, etc.)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Hashes passwords using </a:t>
            </a:r>
            <a:r>
              <a:rPr lang="en-IN" i="1" dirty="0" err="1"/>
              <a:t>bcrypt</a:t>
            </a:r>
            <a:r>
              <a:rPr lang="en-IN" dirty="0"/>
              <a:t> before storing them in the database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 User Login: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Verifies the hashed password against the stored hash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Generates a signed JWT upon successful login for session management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 JWT Authentication: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Implemented an authentication middleware that protects routes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Attaches JWT as a Bearer Token in the authorization header for protected endpoints</a:t>
            </a:r>
            <a:endParaRPr lang="en-IN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7774D-B4F7-8DA4-2CFC-37D490AB5E66}"/>
              </a:ext>
            </a:extLst>
          </p:cNvPr>
          <p:cNvSpPr txBox="1"/>
          <p:nvPr/>
        </p:nvSpPr>
        <p:spPr>
          <a:xfrm>
            <a:off x="2119803" y="79300"/>
            <a:ext cx="79523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Server-Side Authentication using JWT &amp; </a:t>
            </a:r>
            <a:r>
              <a:rPr lang="en-IN" sz="3200" dirty="0" err="1">
                <a:solidFill>
                  <a:schemeClr val="bg1"/>
                </a:solidFill>
              </a:rPr>
              <a:t>bcrypt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94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7774D-B4F7-8DA4-2CFC-37D490AB5E66}"/>
              </a:ext>
            </a:extLst>
          </p:cNvPr>
          <p:cNvSpPr txBox="1"/>
          <p:nvPr/>
        </p:nvSpPr>
        <p:spPr>
          <a:xfrm>
            <a:off x="717421" y="1967266"/>
            <a:ext cx="3038149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Server-Side Authentication using JWT &amp;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bcrypt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Content Placeholder 10" descr="A diagram of a network&#10;&#10;Description automatically generated">
            <a:extLst>
              <a:ext uri="{FF2B5EF4-FFF2-40B4-BE49-F238E27FC236}">
                <a16:creationId xmlns:a16="http://schemas.microsoft.com/office/drawing/2014/main" id="{25523AC5-2C15-5E6E-4C39-5E7991175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63144"/>
            <a:ext cx="6780700" cy="372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596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188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SVD</dc:creator>
  <cp:lastModifiedBy>ROHAN SURESH</cp:lastModifiedBy>
  <cp:revision>13</cp:revision>
  <dcterms:created xsi:type="dcterms:W3CDTF">2021-08-26T09:04:20Z</dcterms:created>
  <dcterms:modified xsi:type="dcterms:W3CDTF">2024-10-08T12:06:41Z</dcterms:modified>
</cp:coreProperties>
</file>